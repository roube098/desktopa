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 AI 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FF4D"/>
              </a:solidFill>
              <a:effectLst/>
            </c:spPr>
          </c:dPt>
          <c:dPt>
            <c:idx val="1"/>
            <c:bubble3D val="0"/>
            <c:spPr>
              <a:solidFill>
                <a:srgbClr val="2A2A2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9CA3A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9CA3A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Regular use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71</c:v>
                </c:pt>
                <c:pt idx="1">
                  <c:v>29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8375904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617720"/>
            <a:ext cx="8375904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1880" y="347472"/>
            <a:ext cx="0" cy="4224528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267712"/>
            <a:ext cx="8375904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75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in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84124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has moved from experimentation to mainstream business use across marketing, operations, IT, and other functions — with adoption accelerating year over year.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84048" y="2395728"/>
          <a:ext cx="21488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84048" y="43708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 regularly use gen AI in at least one business function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03320" y="2395728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5252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4760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sales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03320" y="2816352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5252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28895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operations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03320" y="3236976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5252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3310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03320" y="36576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6350">
            <a:solidFill>
              <a:srgbClr val="5252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94760" y="37307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03320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use cases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89320" y="2834640"/>
            <a:ext cx="475488" cy="141732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288950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48856" y="2715768"/>
            <a:ext cx="475488" cy="1536192"/>
          </a:xfrm>
          <a:prstGeom prst="roundRect">
            <a:avLst>
              <a:gd name="adj" fmla="val 50000"/>
            </a:avLst>
          </a:prstGeom>
          <a:solidFill>
            <a:srgbClr val="D4FF4D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27706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89320" y="43616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48856" y="43616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06440" y="43708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that use AI in ≥1 business function from 2024 to 2025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84048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583680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of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8375904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617720"/>
            <a:ext cx="8375904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2199132"/>
            <a:ext cx="420624" cy="1504188"/>
          </a:xfrm>
          <a:prstGeom prst="roundRect">
            <a:avLst>
              <a:gd name="adj" fmla="val 50000"/>
            </a:avLst>
          </a:prstGeom>
          <a:solidFill>
            <a:srgbClr val="D4FF4D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24485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69848" y="3273552"/>
            <a:ext cx="365760" cy="42976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07008" y="3488436"/>
            <a:ext cx="310896" cy="2148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353415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858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33472" y="2306574"/>
            <a:ext cx="420624" cy="1396746"/>
          </a:xfrm>
          <a:prstGeom prst="roundRect">
            <a:avLst>
              <a:gd name="adj" fmla="val 50000"/>
            </a:avLst>
          </a:prstGeom>
          <a:solidFill>
            <a:srgbClr val="D4FF4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235229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07208" y="3166110"/>
            <a:ext cx="365760" cy="53721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2807208" y="32118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44368" y="3488436"/>
            <a:ext cx="310896" cy="2148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353415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12848" y="3858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1371600"/>
            <a:ext cx="0" cy="2331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3703320"/>
            <a:ext cx="3703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709160" y="5029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F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Structures &amp; Governance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96012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has moved from experimentation to mainstream business use across marketing, operations, IT, and other functions — with adoption accelerating year over year.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24612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D4FF4D"/>
          </a:solidFill>
          <a:ln/>
        </p:spPr>
      </p:sp>
      <p:sp>
        <p:nvSpPr>
          <p:cNvPr id="23" name="Text 21"/>
          <p:cNvSpPr/>
          <p:nvPr/>
        </p:nvSpPr>
        <p:spPr>
          <a:xfrm>
            <a:off x="5138928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75304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5138928" y="3557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904488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374151"/>
          </a:solidFill>
          <a:ln/>
        </p:spPr>
      </p:sp>
      <p:sp>
        <p:nvSpPr>
          <p:cNvPr id="27" name="Text 25"/>
          <p:cNvSpPr/>
          <p:nvPr/>
        </p:nvSpPr>
        <p:spPr>
          <a:xfrm>
            <a:off x="5138928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of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2026-04-08T02:20:03Z</dcterms:created>
  <dcterms:modified xsi:type="dcterms:W3CDTF">2026-04-08T02:20:03Z</dcterms:modified>
</cp:coreProperties>
</file>