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8375904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4617720"/>
            <a:ext cx="8375904" cy="0"/>
          </a:xfrm>
          <a:prstGeom prst="line">
            <a:avLst/>
          </a:prstGeom>
          <a:noFill/>
          <a:ln w="9525">
            <a:solidFill>
              <a:srgbClr val="3F3F4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4498848"/>
            <a:ext cx="8375904" cy="0"/>
          </a:xfrm>
          <a:prstGeom prst="line">
            <a:avLst/>
          </a:prstGeom>
          <a:noFill/>
          <a:ln w="6350">
            <a:solidFill>
              <a:srgbClr val="3F3F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521458"/>
            <a:ext cx="420624" cy="1181862"/>
          </a:xfrm>
          <a:prstGeom prst="roundRect">
            <a:avLst>
              <a:gd name="adj" fmla="val 50000"/>
            </a:avLst>
          </a:prstGeom>
          <a:solidFill>
            <a:srgbClr val="D4FF4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567178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69848" y="3058668"/>
            <a:ext cx="365760" cy="644652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31043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07008" y="3380994"/>
            <a:ext cx="310896" cy="32232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426714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" y="3858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33472" y="2671877"/>
            <a:ext cx="420624" cy="1031443"/>
          </a:xfrm>
          <a:prstGeom prst="roundRect">
            <a:avLst>
              <a:gd name="adj" fmla="val 50000"/>
            </a:avLst>
          </a:prstGeom>
          <a:solidFill>
            <a:srgbClr val="D4FF4D"/>
          </a:solidFill>
          <a:ln/>
        </p:spPr>
      </p:sp>
      <p:sp>
        <p:nvSpPr>
          <p:cNvPr id="13" name="Text 11"/>
          <p:cNvSpPr/>
          <p:nvPr/>
        </p:nvSpPr>
        <p:spPr>
          <a:xfrm>
            <a:off x="2633472" y="2717597"/>
            <a:ext cx="420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07208" y="2951226"/>
            <a:ext cx="365760" cy="752094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15" name="Text 13"/>
          <p:cNvSpPr/>
          <p:nvPr/>
        </p:nvSpPr>
        <p:spPr>
          <a:xfrm>
            <a:off x="2807208" y="29969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44368" y="3338017"/>
            <a:ext cx="310896" cy="365303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17" name="Text 15"/>
          <p:cNvSpPr/>
          <p:nvPr/>
        </p:nvSpPr>
        <p:spPr>
          <a:xfrm>
            <a:off x="2944368" y="3383737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21992" y="385876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" y="1371600"/>
            <a:ext cx="0" cy="23317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" y="3703320"/>
            <a:ext cx="3703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709160" y="5029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FF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mix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96012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cohorts show how the stack compresses when the lead wedge stays dominant: secondary and tertiary bands narrow while the headline share holds most of the column height.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246120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D4FF4D"/>
          </a:solidFill>
          <a:ln/>
        </p:spPr>
      </p:sp>
      <p:sp>
        <p:nvSpPr>
          <p:cNvPr id="24" name="Text 22"/>
          <p:cNvSpPr/>
          <p:nvPr/>
        </p:nvSpPr>
        <p:spPr>
          <a:xfrm>
            <a:off x="5138928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75304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5138928" y="35570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904488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374151"/>
          </a:solidFill>
          <a:ln/>
        </p:spPr>
      </p:sp>
      <p:sp>
        <p:nvSpPr>
          <p:cNvPr id="28" name="Text 26"/>
          <p:cNvSpPr/>
          <p:nvPr/>
        </p:nvSpPr>
        <p:spPr>
          <a:xfrm>
            <a:off x="5138928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Tertiary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83680" y="4736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2026-04-08T10:21:47Z</dcterms:created>
  <dcterms:modified xsi:type="dcterms:W3CDTF">2026-04-08T10:21:47Z</dcterms:modified>
</cp:coreProperties>
</file>