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D4D4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71717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71717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Core share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8375904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267712"/>
            <a:ext cx="8375904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617720"/>
            <a:ext cx="8375904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347472"/>
            <a:ext cx="0" cy="4270248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75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snapshot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84124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mix shifted toward recurring lines as expansion cohorts matured. The majority share reflects core accounts; the balance captures pilots and one-time services heading into the next cycle.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2395728"/>
          <a:ext cx="21488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84048" y="43708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/ 38% split between core and non-core contribution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03320" y="2395728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3320" y="2816352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28895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3236976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2953512"/>
            <a:ext cx="475488" cy="1298448"/>
          </a:xfrm>
          <a:prstGeom prst="roundRect">
            <a:avLst>
              <a:gd name="adj" fmla="val 50000"/>
            </a:avLst>
          </a:prstGeom>
          <a:solidFill>
            <a:srgbClr val="D4D4D8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30083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48856" y="2715768"/>
            <a:ext cx="475488" cy="15361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848856" y="27706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48856" y="43616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43708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Quarter-over-quarter share of expansion revenue attributed to core accounts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4048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2026-04-08T10:21:47Z</dcterms:created>
  <dcterms:modified xsi:type="dcterms:W3CDTF">2026-04-08T10:21:47Z</dcterms:modified>
</cp:coreProperties>
</file>