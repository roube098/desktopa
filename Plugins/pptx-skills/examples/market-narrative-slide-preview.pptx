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$52B market.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75488" y="960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execution-layer winner yet.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977640" y="914400"/>
            <a:ext cx="4709160" cy="2542032"/>
          </a:xfrm>
          <a:custGeom>
            <a:avLst/>
            <a:gdLst/>
            <a:ahLst/>
            <a:cxnLst/>
            <a:rect l="l" t="t" r="r" b="b"/>
            <a:pathLst>
              <a:path w="4709160" h="2542032">
                <a:moveTo>
                  <a:pt x="0" y="2380405"/>
                </a:moveTo>
                <a:lnTo>
                  <a:pt x="117729" y="2377539"/>
                </a:lnTo>
                <a:lnTo>
                  <a:pt x="235458" y="2373776"/>
                </a:lnTo>
                <a:lnTo>
                  <a:pt x="353187" y="2368842"/>
                </a:lnTo>
                <a:lnTo>
                  <a:pt x="470916" y="2362379"/>
                </a:lnTo>
                <a:lnTo>
                  <a:pt x="588645" y="2353928"/>
                </a:lnTo>
                <a:lnTo>
                  <a:pt x="706374" y="2342899"/>
                </a:lnTo>
                <a:lnTo>
                  <a:pt x="824103" y="2328548"/>
                </a:lnTo>
                <a:lnTo>
                  <a:pt x="941832" y="2309938"/>
                </a:lnTo>
                <a:lnTo>
                  <a:pt x="1059561" y="2285917"/>
                </a:lnTo>
                <a:lnTo>
                  <a:pt x="1177290" y="2255097"/>
                </a:lnTo>
                <a:lnTo>
                  <a:pt x="1295019" y="2215854"/>
                </a:lnTo>
                <a:lnTo>
                  <a:pt x="1412748" y="2166369"/>
                </a:lnTo>
                <a:lnTo>
                  <a:pt x="1530477" y="2104730"/>
                </a:lnTo>
                <a:lnTo>
                  <a:pt x="1648206" y="2029111"/>
                </a:lnTo>
                <a:lnTo>
                  <a:pt x="1765935" y="1938056"/>
                </a:lnTo>
                <a:lnTo>
                  <a:pt x="1883664" y="1830845"/>
                </a:lnTo>
                <a:lnTo>
                  <a:pt x="2001393" y="1707892"/>
                </a:lnTo>
                <a:lnTo>
                  <a:pt x="2119122" y="1571076"/>
                </a:lnTo>
                <a:lnTo>
                  <a:pt x="2236851" y="1423847"/>
                </a:lnTo>
                <a:lnTo>
                  <a:pt x="2354580" y="1271016"/>
                </a:lnTo>
                <a:lnTo>
                  <a:pt x="2472309" y="1118185"/>
                </a:lnTo>
                <a:lnTo>
                  <a:pt x="2590038" y="970956"/>
                </a:lnTo>
                <a:lnTo>
                  <a:pt x="2707767" y="834140"/>
                </a:lnTo>
                <a:lnTo>
                  <a:pt x="2825496" y="711187"/>
                </a:lnTo>
                <a:lnTo>
                  <a:pt x="2943225" y="603976"/>
                </a:lnTo>
                <a:lnTo>
                  <a:pt x="3060954" y="512921"/>
                </a:lnTo>
                <a:lnTo>
                  <a:pt x="3178683" y="437302"/>
                </a:lnTo>
                <a:lnTo>
                  <a:pt x="3296412" y="375663"/>
                </a:lnTo>
                <a:lnTo>
                  <a:pt x="3414141" y="326178"/>
                </a:lnTo>
                <a:lnTo>
                  <a:pt x="3531870" y="286935"/>
                </a:lnTo>
                <a:lnTo>
                  <a:pt x="3649599" y="256115"/>
                </a:lnTo>
                <a:lnTo>
                  <a:pt x="3767328" y="232094"/>
                </a:lnTo>
                <a:lnTo>
                  <a:pt x="3885057" y="213484"/>
                </a:lnTo>
                <a:lnTo>
                  <a:pt x="4002786" y="199133"/>
                </a:lnTo>
                <a:lnTo>
                  <a:pt x="4120515" y="188104"/>
                </a:lnTo>
                <a:lnTo>
                  <a:pt x="4238244" y="179653"/>
                </a:lnTo>
                <a:lnTo>
                  <a:pt x="4355973" y="173190"/>
                </a:lnTo>
                <a:lnTo>
                  <a:pt x="4473702" y="168256"/>
                </a:lnTo>
                <a:lnTo>
                  <a:pt x="4591431" y="164493"/>
                </a:lnTo>
                <a:lnTo>
                  <a:pt x="4709160" y="161627"/>
                </a:lnTo>
              </a:path>
            </a:pathLst>
          </a:custGeom>
          <a:ln w="1587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96205" y="3180673"/>
            <a:ext cx="0" cy="52264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8235" y="1313603"/>
            <a:ext cx="0" cy="238971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93285" y="2737189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here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36769" y="3061801"/>
            <a:ext cx="118872" cy="118872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9" name="Shape 7"/>
          <p:cNvSpPr/>
          <p:nvPr/>
        </p:nvSpPr>
        <p:spPr>
          <a:xfrm>
            <a:off x="7304227" y="1185587"/>
            <a:ext cx="128016" cy="128016"/>
          </a:xfrm>
          <a:prstGeom prst="ellipse">
            <a:avLst/>
          </a:prstGeom>
          <a:ln w="15875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0995" y="1368467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agents emerge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3767328"/>
            <a:ext cx="1952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autonomous execution layer has no clear winner yet. Excelor offers local-first, finance-ready positioning for teams that need governed, on-premise or air-gapped execution.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55748" y="3767328"/>
            <a:ext cx="1952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$7.8B in 2025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still skewed to chat interfaces and copilots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3767328"/>
            <a:ext cx="1952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46% CAGR overall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Vertical agents fastest at 62.7% CAGR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16268" y="3767328"/>
            <a:ext cx="1952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$52.6B by 2030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vertical leads enterprise adoption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2026-04-08T02:13:21Z</dcterms:created>
  <dcterms:modified xsi:type="dcterms:W3CDTF">2026-04-08T02:13:21Z</dcterms:modified>
</cp:coreProperties>
</file>